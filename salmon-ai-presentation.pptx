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pie">
            <a:avLst/>
          </a:prstGeom>
          <a:solidFill>
            <a:srgbClr val="E5562D"/>
          </a:solidFill>
          <a:ln w="12700">
            <a:solidFill>
              <a:srgbClr val="E55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200400" cy="3200400"/>
          </a:xfrm>
          <a:prstGeom prst="ellipse">
            <a:avLst/>
          </a:prstGeom>
          <a:solidFill>
            <a:srgbClr val="F5A898">
              <a:alpha val="70000"/>
            </a:srgbClr>
          </a:solidFill>
          <a:ln w="12700">
            <a:solidFill>
              <a:srgbClr val="F5A89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840480"/>
            <a:ext cx="1645920" cy="1645920"/>
          </a:xfrm>
          <a:prstGeom prst="pie">
            <a:avLst/>
          </a:prstGeom>
          <a:solidFill>
            <a:srgbClr val="E5562D"/>
          </a:solidFill>
          <a:ln w="12700">
            <a:solidFill>
              <a:srgbClr val="E55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228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SALMON-AI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57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salmon-ai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43200" y="27889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AIと振り返る、タイムブロッキングアプリ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329184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474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計画する。実行する。振り返る。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pie">
            <a:avLst/>
          </a:prstGeom>
          <a:solidFill>
            <a:srgbClr val="FAD5CC"/>
          </a:solidFill>
          <a:ln w="12700">
            <a:solidFill>
              <a:srgbClr val="FAD5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1828800" cy="914400"/>
          </a:xfrm>
          <a:prstGeom prst="ellipse">
            <a:avLst/>
          </a:prstGeom>
          <a:solidFill>
            <a:srgbClr val="E5562D">
              <a:alpha val="80000"/>
            </a:srgbClr>
          </a:solidFill>
          <a:ln w="12700">
            <a:solidFill>
              <a:srgbClr val="E5562D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計画したのに、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終わらなかった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34747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タスクを書いても優先順位がわからない。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スケジュールを立てても詰め込みすぎる。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1日が終わっても何が悪かったかわからない。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448056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F5EDE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4480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salmon-ai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1005840"/>
          </a:xfrm>
          <a:prstGeom prst="rect">
            <a:avLst/>
          </a:prstGeom>
          <a:solidFill>
            <a:srgbClr val="E5562D"/>
          </a:solidFill>
          <a:ln w="12700">
            <a:solidFill>
              <a:srgbClr val="E55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0" y="0"/>
            <a:ext cx="1097280" cy="640080"/>
          </a:xfrm>
          <a:prstGeom prst="rect">
            <a:avLst/>
          </a:prstGeom>
          <a:solidFill>
            <a:srgbClr val="F08060"/>
          </a:solidFill>
          <a:ln w="12700">
            <a:solidFill>
              <a:srgbClr val="F08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0"/>
            <a:ext cx="1828800" cy="914400"/>
          </a:xfrm>
          <a:prstGeom prst="rect">
            <a:avLst/>
          </a:prstGeom>
          <a:solidFill>
            <a:srgbClr val="F5A898"/>
          </a:solidFill>
          <a:ln w="12700">
            <a:solidFill>
              <a:srgbClr val="F5A8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1097280"/>
          </a:xfrm>
          <a:prstGeom prst="rect">
            <a:avLst/>
          </a:prstGeom>
          <a:solidFill>
            <a:srgbClr val="E5562D"/>
          </a:solidFill>
          <a:ln w="12700">
            <a:solidFill>
              <a:srgbClr val="E5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1371600" cy="731520"/>
          </a:xfrm>
          <a:prstGeom prst="rect">
            <a:avLst/>
          </a:prstGeom>
          <a:solidFill>
            <a:srgbClr val="FAD5CC"/>
          </a:solidFill>
          <a:ln w="12700">
            <a:solidFill>
              <a:srgbClr val="FA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1097280"/>
          </a:xfrm>
          <a:prstGeom prst="rect">
            <a:avLst/>
          </a:prstGeom>
          <a:solidFill>
            <a:srgbClr val="F08060"/>
          </a:solidFill>
          <a:ln w="12700">
            <a:solidFill>
              <a:srgbClr val="F08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97280"/>
            <a:ext cx="914400" cy="914400"/>
          </a:xfrm>
          <a:prstGeom prst="rect">
            <a:avLst/>
          </a:prstGeom>
          <a:solidFill>
            <a:srgbClr val="FAD5CC"/>
          </a:solidFill>
          <a:ln w="12700">
            <a:solidFill>
              <a:srgbClr val="FAD5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097280"/>
            <a:ext cx="2011680" cy="731520"/>
          </a:xfrm>
          <a:prstGeom prst="rect">
            <a:avLst/>
          </a:prstGeom>
          <a:solidFill>
            <a:srgbClr val="F5A898"/>
          </a:solidFill>
          <a:ln w="12700">
            <a:solidFill>
              <a:srgbClr val="F5A8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005840"/>
            <a:ext cx="1463040" cy="1005840"/>
          </a:xfrm>
          <a:prstGeom prst="rect">
            <a:avLst/>
          </a:prstGeom>
          <a:solidFill>
            <a:srgbClr val="E5562D">
              <a:alpha val="70000"/>
            </a:srgbClr>
          </a:solidFill>
          <a:ln w="12700">
            <a:solidFill>
              <a:srgbClr val="E5562D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2286000" cy="731520"/>
          </a:xfrm>
          <a:prstGeom prst="rect">
            <a:avLst/>
          </a:prstGeom>
          <a:solidFill>
            <a:srgbClr val="FAD5CC"/>
          </a:solidFill>
          <a:ln w="12700">
            <a:solidFill>
              <a:srgbClr val="FAD5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1005840"/>
            <a:ext cx="2103120" cy="914400"/>
          </a:xfrm>
          <a:prstGeom prst="rect">
            <a:avLst/>
          </a:prstGeom>
          <a:solidFill>
            <a:srgbClr val="F08060">
              <a:alpha val="80000"/>
            </a:srgbClr>
          </a:solidFill>
          <a:ln w="12700">
            <a:solidFill>
              <a:srgbClr val="F08060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なぜ計画は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失敗するのか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見積もりが甘い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61518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「1時間で終わる」が3時間に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063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非現実的なスケジュール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3924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バッファゼロ、詰め込みすぎ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振り返りゼロ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16966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失敗パターンに気づかない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0"/>
            <a:ext cx="3474720" cy="822960"/>
          </a:xfrm>
          <a:prstGeom prst="roundRect">
            <a:avLst>
              <a:gd name="adj" fmla="val 50000"/>
            </a:avLst>
          </a:prstGeom>
          <a:solidFill>
            <a:srgbClr val="E5562D"/>
          </a:solidFill>
          <a:ln w="12700">
            <a:solidFill>
              <a:srgbClr val="E55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2194560"/>
            <a:ext cx="3474720" cy="822960"/>
          </a:xfrm>
          <a:prstGeom prst="roundRect">
            <a:avLst>
              <a:gd name="adj" fmla="val 50000"/>
            </a:avLst>
          </a:prstGeom>
          <a:solidFill>
            <a:srgbClr val="F08060"/>
          </a:solidFill>
          <a:ln w="12700">
            <a:solidFill>
              <a:srgbClr val="F08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194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3474720" cy="822960"/>
          </a:xfrm>
          <a:prstGeom prst="roundRect">
            <a:avLst>
              <a:gd name="adj" fmla="val 50000"/>
            </a:avLst>
          </a:prstGeom>
          <a:solidFill>
            <a:srgbClr val="FAD5CC"/>
          </a:solidFill>
          <a:ln w="12700">
            <a:solidFill>
              <a:srgbClr val="FA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91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</a:t>
            </a:r>
            <a:endParaRPr lang="en-US" sz="4800" dirty="0"/>
          </a:p>
          <a:p>
            <a:pPr algn="r" indent="0" marL="0">
              <a:buNone/>
            </a:pPr>
            <a:r>
              <a:rPr lang="en-US" sz="48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AIがタスク作成時に工数を自動見積もり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3154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AIがスケジュールの無理を即指摘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657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AIとの対話で毎日振り返りパターンを学ぶ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タスクリスト × AI工数見積もり</a:t>
            </a:r>
            <a:endParaRPr lang="en-US" sz="2800" dirty="0"/>
          </a:p>
        </p:txBody>
      </p:sp>
      <p:pic>
        <p:nvPicPr>
          <p:cNvPr id="3" name="Image 0" descr="/tmp/ui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3931920" cy="3749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5562D"/>
          </a:solidFill>
          <a:ln w="12700">
            <a:solidFill>
              <a:srgbClr val="E556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46720" y="-457200"/>
            <a:ext cx="1645920" cy="1645920"/>
          </a:xfrm>
          <a:prstGeom prst="pie">
            <a:avLst/>
          </a:prstGeom>
          <a:solidFill>
            <a:srgbClr val="F5A898"/>
          </a:solidFill>
          <a:ln w="12700">
            <a:solidFill>
              <a:srgbClr val="F5A8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0" y="1280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タスク作成と同時にAIが工数を予測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0" y="1874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自分の見積もりとAIを並べて表示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2468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乖離が大きいと「！」アラート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3063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再見積もりボタンで即座に修正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548640"/>
            <a:ext cx="1828800" cy="1828800"/>
          </a:xfrm>
          <a:prstGeom prst="pie">
            <a:avLst/>
          </a:prstGeom>
          <a:solidFill>
            <a:srgbClr val="F5A898"/>
          </a:solidFill>
          <a:ln w="12700">
            <a:solidFill>
              <a:srgbClr val="F5A8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タイムブロッキング × スケジューリング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タスクをタイムラインに配置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達成度（0/30/70/100%）を直接入力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AIがバッファ不足・優先度バイアスを診断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「優先度の低いタスクばかりでは？」と指摘</a:t>
            </a:r>
            <a:endParaRPr lang="en-US" sz="1300" dirty="0"/>
          </a:p>
        </p:txBody>
      </p:sp>
      <p:pic>
        <p:nvPicPr>
          <p:cNvPr id="8" name="Image 0" descr="/tmp/ui_timeblo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65760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926080"/>
            <a:ext cx="3200400" cy="3200400"/>
          </a:xfrm>
          <a:prstGeom prst="ellipse">
            <a:avLst/>
          </a:prstGeom>
          <a:solidFill>
            <a:srgbClr val="FAD5CC">
              <a:alpha val="60000"/>
            </a:srgbClr>
          </a:solidFill>
          <a:ln w="12700">
            <a:solidFill>
              <a:srgbClr val="FAD5CC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振り返り対話 × 自己分析レポート</a:t>
            </a:r>
            <a:endParaRPr lang="en-US" sz="2600" dirty="0"/>
          </a:p>
        </p:txBody>
      </p:sp>
      <p:pic>
        <p:nvPicPr>
          <p:cNvPr id="4" name="Image 0" descr="/tmp/ui_ref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365760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0" y="1280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「今日はどうでしたか？」AIが問いかけ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0" y="1874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SSEストリーミングでリアルタイム応答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0" y="2468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蓄積データからAIがパターン分析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3063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工数見積もり傾向・コンフォートゾーンを指摘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進捗サマリー × 草グラフ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GitHubスタイルの草グラフ（20週分）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週次・月次の達成率と前週比較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AIによる活動傾向コメント</a:t>
            </a:r>
            <a:endParaRPr lang="en-US" sz="1300" dirty="0"/>
          </a:p>
        </p:txBody>
      </p:sp>
      <p:pic>
        <p:nvPicPr>
          <p:cNvPr id="6" name="Image 0" descr="/tmp/ui_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47472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5562D"/>
          </a:solidFill>
          <a:ln w="12700">
            <a:solidFill>
              <a:srgbClr val="E5562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1280160" cy="640080"/>
          </a:xfrm>
          <a:prstGeom prst="rect">
            <a:avLst/>
          </a:prstGeom>
          <a:solidFill>
            <a:srgbClr val="FAD5CC"/>
          </a:solidFill>
          <a:ln w="12700">
            <a:solidFill>
              <a:srgbClr val="FAD5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914400" cy="822960"/>
          </a:xfrm>
          <a:prstGeom prst="rect">
            <a:avLst/>
          </a:prstGeom>
          <a:solidFill>
            <a:srgbClr val="F5A898"/>
          </a:solidFill>
          <a:ln w="12700">
            <a:solidFill>
              <a:srgbClr val="F5A89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1737360" cy="640080"/>
          </a:xfrm>
          <a:prstGeom prst="rect">
            <a:avLst/>
          </a:prstGeom>
          <a:solidFill>
            <a:srgbClr val="F08060">
              <a:alpha val="80000"/>
            </a:srgbClr>
          </a:solidFill>
          <a:ln w="12700">
            <a:solidFill>
              <a:srgbClr val="F0806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731520"/>
            <a:ext cx="1371600" cy="548640"/>
          </a:xfrm>
          <a:prstGeom prst="rect">
            <a:avLst/>
          </a:prstGeom>
          <a:solidFill>
            <a:srgbClr val="E5562D"/>
          </a:solidFill>
          <a:ln w="12700">
            <a:solidFill>
              <a:srgbClr val="E5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731520"/>
            <a:ext cx="2011680" cy="640080"/>
          </a:xfrm>
          <a:prstGeom prst="rect">
            <a:avLst/>
          </a:prstGeom>
          <a:solidFill>
            <a:srgbClr val="FAD5CC"/>
          </a:solidFill>
          <a:ln w="12700">
            <a:solidFill>
              <a:srgbClr val="FA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1371600"/>
            <a:ext cx="1828800" cy="457200"/>
          </a:xfrm>
          <a:prstGeom prst="rect">
            <a:avLst/>
          </a:prstGeom>
          <a:solidFill>
            <a:srgbClr val="F5A898">
              <a:alpha val="80000"/>
            </a:srgbClr>
          </a:solidFill>
          <a:ln w="12700">
            <a:solidFill>
              <a:srgbClr val="F5A898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371600"/>
            <a:ext cx="2194560" cy="548640"/>
          </a:xfrm>
          <a:prstGeom prst="rect">
            <a:avLst/>
          </a:prstGeom>
          <a:solidFill>
            <a:srgbClr val="F08060"/>
          </a:solidFill>
          <a:ln w="12700">
            <a:solidFill>
              <a:srgbClr val="F08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/ TypeScript / shadcn/ui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Gin / GORM / PostgreSQL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4747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 / Gemini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Cloud Run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5029200" cy="5029200"/>
          </a:xfrm>
          <a:prstGeom prst="pie">
            <a:avLst/>
          </a:prstGeom>
          <a:solidFill>
            <a:srgbClr val="E5562D"/>
          </a:solidFill>
          <a:ln w="12700">
            <a:solidFill>
              <a:srgbClr val="E55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0"/>
            <a:ext cx="3657600" cy="3657600"/>
          </a:xfrm>
          <a:prstGeom prst="ellipse">
            <a:avLst/>
          </a:prstGeom>
          <a:solidFill>
            <a:srgbClr val="FAD5CC">
              <a:alpha val="80000"/>
            </a:srgbClr>
          </a:solidFill>
          <a:ln w="12700">
            <a:solidFill>
              <a:srgbClr val="FAD5CC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5486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計画する。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実行する。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556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振り返る。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0" y="35661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salmon-aiで、毎日を少しずつ改善する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06908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github.com/KinuGra/salmon-ai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2026-03-22T01:57:08Z</dcterms:created>
  <dcterms:modified xsi:type="dcterms:W3CDTF">2026-03-22T01:57:08Z</dcterms:modified>
</cp:coreProperties>
</file>